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360880-E769-4FCC-A69B-00C6E754723F}" v="24" dt="2023-05-25T06:18:57.6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20823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11360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900807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149101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914664-D60D-490E-8EEC-B6670441337E}" type="datetimeFigureOut">
              <a:rPr lang="en-IN" smtClean="0"/>
              <a:t>25-05-2023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275135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914664-D60D-490E-8EEC-B6670441337E}" type="datetimeFigureOut">
              <a:rPr lang="en-IN" smtClean="0"/>
              <a:t>25-05-2023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7776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914664-D60D-490E-8EEC-B6670441337E}" type="datetimeFigureOut">
              <a:rPr lang="en-IN" smtClean="0"/>
              <a:t>25-05-2023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4015003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91425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4163572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960812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B93A96-F29B-44AC-BC05-6E9AD5BB7A2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42435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522988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B93A96-F29B-44AC-BC05-6E9AD5BB7A2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5409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914664-D60D-490E-8EEC-B6670441337E}"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222562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2799864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914664-D60D-490E-8EEC-B6670441337E}"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B93A96-F29B-44AC-BC05-6E9AD5BB7A20}" type="slidenum">
              <a:rPr lang="en-IN" smtClean="0"/>
              <a:t>‹#›</a:t>
            </a:fld>
            <a:endParaRPr lang="en-IN"/>
          </a:p>
        </p:txBody>
      </p:sp>
    </p:spTree>
    <p:extLst>
      <p:ext uri="{BB962C8B-B14F-4D97-AF65-F5344CB8AC3E}">
        <p14:creationId xmlns:p14="http://schemas.microsoft.com/office/powerpoint/2010/main" val="3415625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7914664-D60D-490E-8EEC-B6670441337E}" type="datetimeFigureOut">
              <a:rPr lang="en-IN" smtClean="0"/>
              <a:t>25-05-2023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DB93A96-F29B-44AC-BC05-6E9AD5BB7A20}" type="slidenum">
              <a:rPr lang="en-IN" smtClean="0"/>
              <a:t>‹#›</a:t>
            </a:fld>
            <a:endParaRPr lang="en-IN"/>
          </a:p>
        </p:txBody>
      </p:sp>
    </p:spTree>
    <p:extLst>
      <p:ext uri="{BB962C8B-B14F-4D97-AF65-F5344CB8AC3E}">
        <p14:creationId xmlns:p14="http://schemas.microsoft.com/office/powerpoint/2010/main" val="212343643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ACA51-F09E-1228-4A08-B6B601F20E40}"/>
              </a:ext>
            </a:extLst>
          </p:cNvPr>
          <p:cNvSpPr>
            <a:spLocks noGrp="1"/>
          </p:cNvSpPr>
          <p:nvPr>
            <p:ph type="ctrTitle"/>
          </p:nvPr>
        </p:nvSpPr>
        <p:spPr>
          <a:xfrm>
            <a:off x="1824103" y="1166219"/>
            <a:ext cx="8915399" cy="2262781"/>
          </a:xfrm>
        </p:spPr>
        <p:txBody>
          <a:bodyPr>
            <a:normAutofit fontScale="90000"/>
          </a:bodyPr>
          <a:lstStyle/>
          <a:p>
            <a:pPr algn="ctr"/>
            <a:r>
              <a:rPr lang="en-US" sz="4900" dirty="0"/>
              <a:t>Project Presentation</a:t>
            </a:r>
            <a:br>
              <a:rPr lang="en-US" sz="4900" dirty="0"/>
            </a:br>
            <a:r>
              <a:rPr lang="en-US" sz="4900" dirty="0"/>
              <a:t>on</a:t>
            </a:r>
            <a:br>
              <a:rPr lang="en-US" dirty="0"/>
            </a:br>
            <a:r>
              <a:rPr lang="en-US" sz="6700" dirty="0"/>
              <a:t>Gym Management System</a:t>
            </a:r>
            <a:endParaRPr lang="en-IN" sz="6700" dirty="0"/>
          </a:p>
        </p:txBody>
      </p:sp>
      <p:sp>
        <p:nvSpPr>
          <p:cNvPr id="3" name="Subtitle 2">
            <a:extLst>
              <a:ext uri="{FF2B5EF4-FFF2-40B4-BE49-F238E27FC236}">
                <a16:creationId xmlns:a16="http://schemas.microsoft.com/office/drawing/2014/main" id="{2F284BE4-7E9C-A930-7217-8829428FA48E}"/>
              </a:ext>
            </a:extLst>
          </p:cNvPr>
          <p:cNvSpPr>
            <a:spLocks noGrp="1"/>
          </p:cNvSpPr>
          <p:nvPr>
            <p:ph type="subTitle" idx="1"/>
          </p:nvPr>
        </p:nvSpPr>
        <p:spPr>
          <a:xfrm>
            <a:off x="1824102" y="3429000"/>
            <a:ext cx="8915399" cy="1464801"/>
          </a:xfrm>
        </p:spPr>
        <p:txBody>
          <a:bodyPr>
            <a:noAutofit/>
          </a:bodyPr>
          <a:lstStyle/>
          <a:p>
            <a:pPr algn="ctr"/>
            <a:r>
              <a:rPr lang="en-US" sz="2000" dirty="0"/>
              <a:t>By</a:t>
            </a:r>
          </a:p>
          <a:p>
            <a:pPr algn="ctr"/>
            <a:r>
              <a:rPr lang="en-US" sz="2000" dirty="0"/>
              <a:t>Pawar Pratiksha Dilip(Roll no. 40)</a:t>
            </a:r>
          </a:p>
          <a:p>
            <a:pPr algn="ctr"/>
            <a:r>
              <a:rPr lang="en-US" sz="2000" dirty="0" err="1"/>
              <a:t>Shete</a:t>
            </a:r>
            <a:r>
              <a:rPr lang="en-US" sz="2000" dirty="0"/>
              <a:t> Ruchika Manoj(Roll no. 41)</a:t>
            </a:r>
          </a:p>
          <a:p>
            <a:pPr algn="ctr"/>
            <a:r>
              <a:rPr lang="en-US" sz="2000" dirty="0" err="1"/>
              <a:t>Vadnere</a:t>
            </a:r>
            <a:r>
              <a:rPr lang="en-US" sz="2000" dirty="0"/>
              <a:t> </a:t>
            </a:r>
            <a:r>
              <a:rPr lang="en-US" sz="2000" dirty="0" err="1"/>
              <a:t>Dhanashree</a:t>
            </a:r>
            <a:r>
              <a:rPr lang="en-US" sz="2000" dirty="0"/>
              <a:t> Mukesh(Roll no. 42)</a:t>
            </a:r>
          </a:p>
          <a:p>
            <a:pPr algn="ctr"/>
            <a:r>
              <a:rPr lang="en-US" sz="2000" dirty="0"/>
              <a:t>Pawar Mansi Nitin(Roll no. 85)</a:t>
            </a:r>
          </a:p>
          <a:p>
            <a:pPr algn="ctr"/>
            <a:endParaRPr lang="en-US" sz="2000" dirty="0"/>
          </a:p>
          <a:p>
            <a:pPr algn="ctr"/>
            <a:r>
              <a:rPr lang="en-US" sz="2000" dirty="0" err="1"/>
              <a:t>T.Y.B.Sc</a:t>
            </a:r>
            <a:r>
              <a:rPr lang="en-US" sz="2000" dirty="0"/>
              <a:t>.(Computer Science)</a:t>
            </a:r>
          </a:p>
          <a:p>
            <a:pPr algn="ctr"/>
            <a:endParaRPr lang="en-IN" sz="2000" dirty="0"/>
          </a:p>
        </p:txBody>
      </p:sp>
    </p:spTree>
    <p:extLst>
      <p:ext uri="{BB962C8B-B14F-4D97-AF65-F5344CB8AC3E}">
        <p14:creationId xmlns:p14="http://schemas.microsoft.com/office/powerpoint/2010/main" val="102503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41FE-BA44-5026-CE5C-B0C9C3D97F0C}"/>
              </a:ext>
            </a:extLst>
          </p:cNvPr>
          <p:cNvSpPr>
            <a:spLocks noGrp="1"/>
          </p:cNvSpPr>
          <p:nvPr>
            <p:ph type="title"/>
          </p:nvPr>
        </p:nvSpPr>
        <p:spPr/>
        <p:txBody>
          <a:bodyPr/>
          <a:lstStyle/>
          <a:p>
            <a:pPr algn="ctr"/>
            <a:r>
              <a:rPr lang="en-US" dirty="0"/>
              <a:t>Outline</a:t>
            </a:r>
            <a:endParaRPr lang="en-IN" dirty="0"/>
          </a:p>
        </p:txBody>
      </p:sp>
      <p:sp>
        <p:nvSpPr>
          <p:cNvPr id="3" name="Content Placeholder 2">
            <a:extLst>
              <a:ext uri="{FF2B5EF4-FFF2-40B4-BE49-F238E27FC236}">
                <a16:creationId xmlns:a16="http://schemas.microsoft.com/office/drawing/2014/main" id="{B2B1C0C2-C008-12B4-0673-3F6EAD9167B5}"/>
              </a:ext>
            </a:extLst>
          </p:cNvPr>
          <p:cNvSpPr>
            <a:spLocks noGrp="1"/>
          </p:cNvSpPr>
          <p:nvPr>
            <p:ph idx="1"/>
          </p:nvPr>
        </p:nvSpPr>
        <p:spPr>
          <a:xfrm>
            <a:off x="2150673" y="1471126"/>
            <a:ext cx="8915400" cy="3777622"/>
          </a:xfrm>
        </p:spPr>
        <p:txBody>
          <a:bodyPr>
            <a:noAutofit/>
          </a:bodyPr>
          <a:lstStyle/>
          <a:p>
            <a:r>
              <a:rPr lang="en-US" sz="2400" dirty="0"/>
              <a:t>Introduction</a:t>
            </a:r>
          </a:p>
          <a:p>
            <a:r>
              <a:rPr lang="en-US" sz="2400" dirty="0"/>
              <a:t>Existing System</a:t>
            </a:r>
          </a:p>
          <a:p>
            <a:r>
              <a:rPr lang="en-US" sz="2400" dirty="0"/>
              <a:t>Requirement</a:t>
            </a:r>
          </a:p>
          <a:p>
            <a:r>
              <a:rPr lang="en-US" sz="2400" dirty="0"/>
              <a:t>Data Dictionary</a:t>
            </a:r>
          </a:p>
          <a:p>
            <a:r>
              <a:rPr lang="en-US" sz="2400" dirty="0"/>
              <a:t>System Diagrams</a:t>
            </a:r>
          </a:p>
          <a:p>
            <a:r>
              <a:rPr lang="en-US" sz="2400" dirty="0"/>
              <a:t>Input/Output Screens</a:t>
            </a:r>
          </a:p>
          <a:p>
            <a:r>
              <a:rPr lang="en-US" sz="2400" dirty="0"/>
              <a:t>Testing </a:t>
            </a:r>
          </a:p>
          <a:p>
            <a:r>
              <a:rPr lang="en-US" sz="2400" dirty="0"/>
              <a:t>Future Plan</a:t>
            </a:r>
          </a:p>
          <a:p>
            <a:r>
              <a:rPr lang="en-US" sz="2400" dirty="0"/>
              <a:t>Conclusion</a:t>
            </a:r>
            <a:endParaRPr lang="en-IN" sz="2400" dirty="0"/>
          </a:p>
        </p:txBody>
      </p:sp>
    </p:spTree>
    <p:extLst>
      <p:ext uri="{BB962C8B-B14F-4D97-AF65-F5344CB8AC3E}">
        <p14:creationId xmlns:p14="http://schemas.microsoft.com/office/powerpoint/2010/main" val="4160309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0685A-24C0-7A7D-AB18-6E2B38C94185}"/>
              </a:ext>
            </a:extLst>
          </p:cNvPr>
          <p:cNvSpPr>
            <a:spLocks noGrp="1"/>
          </p:cNvSpPr>
          <p:nvPr>
            <p:ph type="title"/>
          </p:nvPr>
        </p:nvSpPr>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6943F83E-374F-03C0-CC11-E94DA36D4BF9}"/>
              </a:ext>
            </a:extLst>
          </p:cNvPr>
          <p:cNvSpPr>
            <a:spLocks noGrp="1"/>
          </p:cNvSpPr>
          <p:nvPr>
            <p:ph idx="1"/>
          </p:nvPr>
        </p:nvSpPr>
        <p:spPr/>
        <p:txBody>
          <a:bodyPr>
            <a:normAutofit/>
          </a:bodyPr>
          <a:lstStyle/>
          <a:p>
            <a:pPr marL="0" indent="0" algn="just">
              <a:buNone/>
            </a:pPr>
            <a:r>
              <a:rPr lang="en-US" dirty="0"/>
              <a:t>This project is about online GYM Management system. It includes a software of gym and health club .It easily communicates both you and your members. It provides a facility to store the data of trainers and it also stores in it. Services provided by gyms are also handled by these systems. The purpose of this system is to develop software it helps to store records of customers. This system helps to manage class, membership, receive payments. It is simple and effective way for customer to know about their gym.</a:t>
            </a:r>
            <a:endParaRPr lang="en-IN" dirty="0"/>
          </a:p>
        </p:txBody>
      </p:sp>
    </p:spTree>
    <p:extLst>
      <p:ext uri="{BB962C8B-B14F-4D97-AF65-F5344CB8AC3E}">
        <p14:creationId xmlns:p14="http://schemas.microsoft.com/office/powerpoint/2010/main" val="4271844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DA12-793D-0C44-36B3-D5221D4BD7BE}"/>
              </a:ext>
            </a:extLst>
          </p:cNvPr>
          <p:cNvSpPr>
            <a:spLocks noGrp="1"/>
          </p:cNvSpPr>
          <p:nvPr>
            <p:ph type="title"/>
          </p:nvPr>
        </p:nvSpPr>
        <p:spPr/>
        <p:txBody>
          <a:bodyPr/>
          <a:lstStyle/>
          <a:p>
            <a:pPr algn="ctr"/>
            <a:r>
              <a:rPr lang="en-US" dirty="0"/>
              <a:t>Existing System</a:t>
            </a:r>
            <a:endParaRPr lang="en-IN" dirty="0"/>
          </a:p>
        </p:txBody>
      </p:sp>
      <p:sp>
        <p:nvSpPr>
          <p:cNvPr id="3" name="Content Placeholder 2">
            <a:extLst>
              <a:ext uri="{FF2B5EF4-FFF2-40B4-BE49-F238E27FC236}">
                <a16:creationId xmlns:a16="http://schemas.microsoft.com/office/drawing/2014/main" id="{BB0EB09C-9D99-9540-072D-47E1FF31DA29}"/>
              </a:ext>
            </a:extLst>
          </p:cNvPr>
          <p:cNvSpPr>
            <a:spLocks noGrp="1"/>
          </p:cNvSpPr>
          <p:nvPr>
            <p:ph idx="1"/>
          </p:nvPr>
        </p:nvSpPr>
        <p:spPr>
          <a:xfrm>
            <a:off x="2589212" y="1741714"/>
            <a:ext cx="8915400" cy="3777622"/>
          </a:xfrm>
        </p:spPr>
        <p:txBody>
          <a:bodyPr/>
          <a:lstStyle/>
          <a:p>
            <a:pPr marL="0" indent="0">
              <a:buNone/>
            </a:pPr>
            <a:r>
              <a:rPr lang="en-US" dirty="0"/>
              <a:t>In Gym management system if we take the current system and compared it with the proposed system it is far behind. Every work in existing system is manual and done on paper for which more man power is needed. It is really hard to manage such complicated system. In this system keeping record of customer and handling it is difficult. When we want information of particular customer it needed a lot of time. It is time consuming system. It does not have a proper system to make announcement. In this important information can be missed while writing on page. It is in efficient and slow to search</a:t>
            </a:r>
            <a:endParaRPr lang="en-IN" dirty="0"/>
          </a:p>
        </p:txBody>
      </p:sp>
    </p:spTree>
    <p:extLst>
      <p:ext uri="{BB962C8B-B14F-4D97-AF65-F5344CB8AC3E}">
        <p14:creationId xmlns:p14="http://schemas.microsoft.com/office/powerpoint/2010/main" val="55244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05EC67-D850-EF69-92CA-70BFFA2E4E2B}"/>
              </a:ext>
            </a:extLst>
          </p:cNvPr>
          <p:cNvSpPr>
            <a:spLocks noGrp="1"/>
          </p:cNvSpPr>
          <p:nvPr>
            <p:ph type="title"/>
          </p:nvPr>
        </p:nvSpPr>
        <p:spPr/>
        <p:txBody>
          <a:bodyPr/>
          <a:lstStyle/>
          <a:p>
            <a:pPr algn="ctr"/>
            <a:r>
              <a:rPr lang="en-US" dirty="0"/>
              <a:t>Requirement</a:t>
            </a:r>
            <a:endParaRPr lang="en-IN" dirty="0"/>
          </a:p>
        </p:txBody>
      </p:sp>
      <p:sp>
        <p:nvSpPr>
          <p:cNvPr id="5" name="Content Placeholder 4">
            <a:extLst>
              <a:ext uri="{FF2B5EF4-FFF2-40B4-BE49-F238E27FC236}">
                <a16:creationId xmlns:a16="http://schemas.microsoft.com/office/drawing/2014/main" id="{7848FC0C-C8CF-DE72-5C26-261C198973F9}"/>
              </a:ext>
            </a:extLst>
          </p:cNvPr>
          <p:cNvSpPr>
            <a:spLocks noGrp="1"/>
          </p:cNvSpPr>
          <p:nvPr>
            <p:ph sz="half" idx="1"/>
          </p:nvPr>
        </p:nvSpPr>
        <p:spPr/>
        <p:txBody>
          <a:bodyPr>
            <a:noAutofit/>
          </a:bodyPr>
          <a:lstStyle/>
          <a:p>
            <a:pPr marL="0" indent="0">
              <a:buNone/>
            </a:pPr>
            <a:r>
              <a:rPr lang="en-IN" b="1" dirty="0"/>
              <a:t>Software requirements: -</a:t>
            </a:r>
          </a:p>
          <a:p>
            <a:pPr marL="0" indent="0">
              <a:buNone/>
            </a:pPr>
            <a:r>
              <a:rPr lang="en-IN" b="1" dirty="0"/>
              <a:t> For the server: - </a:t>
            </a:r>
          </a:p>
          <a:p>
            <a:r>
              <a:rPr lang="en-IN" dirty="0"/>
              <a:t>Operating System: Linux.</a:t>
            </a:r>
          </a:p>
          <a:p>
            <a:r>
              <a:rPr lang="en-IN" dirty="0"/>
              <a:t>Frontend: PHP, CSS, JavaScript.</a:t>
            </a:r>
          </a:p>
          <a:p>
            <a:r>
              <a:rPr lang="en-IN" dirty="0"/>
              <a:t>Backend: PostgreSQL (Version 8).</a:t>
            </a:r>
          </a:p>
          <a:p>
            <a:r>
              <a:rPr lang="en-IN" dirty="0"/>
              <a:t>Server: Apache 2, Wamp Server, </a:t>
            </a:r>
            <a:r>
              <a:rPr lang="en-IN" dirty="0" err="1"/>
              <a:t>Zamp</a:t>
            </a:r>
            <a:r>
              <a:rPr lang="en-IN" dirty="0"/>
              <a:t> Server(any). </a:t>
            </a:r>
          </a:p>
          <a:p>
            <a:pPr marL="0" indent="0">
              <a:buNone/>
            </a:pPr>
            <a:r>
              <a:rPr lang="en-IN" b="1" dirty="0"/>
              <a:t>For the client: - </a:t>
            </a:r>
          </a:p>
          <a:p>
            <a:r>
              <a:rPr lang="en-IN" dirty="0"/>
              <a:t>Operating System: Linux. </a:t>
            </a:r>
          </a:p>
          <a:p>
            <a:r>
              <a:rPr lang="en-IN" dirty="0"/>
              <a:t>Browsers: any. </a:t>
            </a:r>
          </a:p>
        </p:txBody>
      </p:sp>
      <p:sp>
        <p:nvSpPr>
          <p:cNvPr id="6" name="Content Placeholder 5">
            <a:extLst>
              <a:ext uri="{FF2B5EF4-FFF2-40B4-BE49-F238E27FC236}">
                <a16:creationId xmlns:a16="http://schemas.microsoft.com/office/drawing/2014/main" id="{F9D8F23E-17A2-C37E-74A1-7DE2B9DE65A0}"/>
              </a:ext>
            </a:extLst>
          </p:cNvPr>
          <p:cNvSpPr>
            <a:spLocks noGrp="1"/>
          </p:cNvSpPr>
          <p:nvPr>
            <p:ph sz="half" idx="2"/>
          </p:nvPr>
        </p:nvSpPr>
        <p:spPr/>
        <p:txBody>
          <a:bodyPr>
            <a:normAutofit fontScale="92500" lnSpcReduction="10000"/>
          </a:bodyPr>
          <a:lstStyle/>
          <a:p>
            <a:pPr marL="0" indent="0">
              <a:buNone/>
            </a:pPr>
            <a:r>
              <a:rPr lang="en-US" b="1" dirty="0"/>
              <a:t>Hardware requirements: -</a:t>
            </a:r>
          </a:p>
          <a:p>
            <a:pPr marL="0" indent="0">
              <a:buNone/>
            </a:pPr>
            <a:r>
              <a:rPr lang="en-US" b="1" dirty="0"/>
              <a:t> For the server: - </a:t>
            </a:r>
          </a:p>
          <a:p>
            <a:r>
              <a:rPr lang="en-US" dirty="0"/>
              <a:t>Processor: Standard processor with a speed of 1.6GHz or more.</a:t>
            </a:r>
          </a:p>
          <a:p>
            <a:r>
              <a:rPr lang="en-US" dirty="0"/>
              <a:t> RAM 256 MB RAM or more.</a:t>
            </a:r>
          </a:p>
          <a:p>
            <a:r>
              <a:rPr lang="en-US" dirty="0"/>
              <a:t>Hard Disk:3GB or more. </a:t>
            </a:r>
          </a:p>
          <a:p>
            <a:pPr marL="0" indent="0">
              <a:buNone/>
            </a:pPr>
            <a:r>
              <a:rPr lang="en-US" b="1" dirty="0"/>
              <a:t>For the client: - </a:t>
            </a:r>
          </a:p>
          <a:p>
            <a:r>
              <a:rPr lang="en-US" dirty="0"/>
              <a:t>Processor: Standard processor with a speed of 1.6 GHz or more. </a:t>
            </a:r>
          </a:p>
          <a:p>
            <a:r>
              <a:rPr lang="en-US" dirty="0"/>
              <a:t>RAM: 256 MB RAM or more. </a:t>
            </a:r>
          </a:p>
          <a:p>
            <a:r>
              <a:rPr lang="en-US" dirty="0"/>
              <a:t>Hard Disk: 3 GB or more.</a:t>
            </a:r>
            <a:endParaRPr lang="en-IN" dirty="0"/>
          </a:p>
        </p:txBody>
      </p:sp>
    </p:spTree>
    <p:extLst>
      <p:ext uri="{BB962C8B-B14F-4D97-AF65-F5344CB8AC3E}">
        <p14:creationId xmlns:p14="http://schemas.microsoft.com/office/powerpoint/2010/main" val="2761881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864228-C768-6128-2EF3-F263DB0ECEF4}"/>
              </a:ext>
            </a:extLst>
          </p:cNvPr>
          <p:cNvSpPr>
            <a:spLocks noGrp="1"/>
          </p:cNvSpPr>
          <p:nvPr>
            <p:ph type="title"/>
          </p:nvPr>
        </p:nvSpPr>
        <p:spPr/>
        <p:txBody>
          <a:bodyPr/>
          <a:lstStyle/>
          <a:p>
            <a:pPr algn="ctr"/>
            <a:r>
              <a:rPr lang="en-US" dirty="0"/>
              <a:t>Data Dictionary</a:t>
            </a:r>
            <a:endParaRPr lang="en-IN" dirty="0"/>
          </a:p>
        </p:txBody>
      </p:sp>
      <p:graphicFrame>
        <p:nvGraphicFramePr>
          <p:cNvPr id="7" name="Table 7">
            <a:extLst>
              <a:ext uri="{FF2B5EF4-FFF2-40B4-BE49-F238E27FC236}">
                <a16:creationId xmlns:a16="http://schemas.microsoft.com/office/drawing/2014/main" id="{85F1AC31-5024-930A-5D8F-9C2709896E0A}"/>
              </a:ext>
            </a:extLst>
          </p:cNvPr>
          <p:cNvGraphicFramePr>
            <a:graphicFrameLocks noGrp="1"/>
          </p:cNvGraphicFramePr>
          <p:nvPr>
            <p:ph idx="1"/>
            <p:extLst>
              <p:ext uri="{D42A27DB-BD31-4B8C-83A1-F6EECF244321}">
                <p14:modId xmlns:p14="http://schemas.microsoft.com/office/powerpoint/2010/main" val="646092287"/>
              </p:ext>
            </p:extLst>
          </p:nvPr>
        </p:nvGraphicFramePr>
        <p:xfrm>
          <a:off x="2592925" y="2012302"/>
          <a:ext cx="8915400" cy="3185160"/>
        </p:xfrm>
        <a:graphic>
          <a:graphicData uri="http://schemas.openxmlformats.org/drawingml/2006/table">
            <a:tbl>
              <a:tblPr firstRow="1" bandRow="1">
                <a:tableStyleId>{21E4AEA4-8DFA-4A89-87EB-49C32662AFE0}</a:tableStyleId>
              </a:tblPr>
              <a:tblGrid>
                <a:gridCol w="956420">
                  <a:extLst>
                    <a:ext uri="{9D8B030D-6E8A-4147-A177-3AD203B41FA5}">
                      <a16:colId xmlns:a16="http://schemas.microsoft.com/office/drawing/2014/main" val="127564494"/>
                    </a:ext>
                  </a:extLst>
                </a:gridCol>
                <a:gridCol w="2254296">
                  <a:extLst>
                    <a:ext uri="{9D8B030D-6E8A-4147-A177-3AD203B41FA5}">
                      <a16:colId xmlns:a16="http://schemas.microsoft.com/office/drawing/2014/main" val="3887234654"/>
                    </a:ext>
                  </a:extLst>
                </a:gridCol>
                <a:gridCol w="5704684">
                  <a:extLst>
                    <a:ext uri="{9D8B030D-6E8A-4147-A177-3AD203B41FA5}">
                      <a16:colId xmlns:a16="http://schemas.microsoft.com/office/drawing/2014/main" val="473224154"/>
                    </a:ext>
                  </a:extLst>
                </a:gridCol>
              </a:tblGrid>
              <a:tr h="370840">
                <a:tc>
                  <a:txBody>
                    <a:bodyPr/>
                    <a:lstStyle/>
                    <a:p>
                      <a:r>
                        <a:rPr lang="en-US" sz="1400" dirty="0"/>
                        <a:t>Sr No</a:t>
                      </a:r>
                      <a:endParaRPr lang="en-IN" sz="1400" dirty="0"/>
                    </a:p>
                  </a:txBody>
                  <a:tcPr/>
                </a:tc>
                <a:tc>
                  <a:txBody>
                    <a:bodyPr/>
                    <a:lstStyle/>
                    <a:p>
                      <a:r>
                        <a:rPr lang="en-US" sz="1400" dirty="0"/>
                        <a:t>Table Name</a:t>
                      </a:r>
                      <a:endParaRPr lang="en-IN" sz="1400" dirty="0"/>
                    </a:p>
                  </a:txBody>
                  <a:tcPr/>
                </a:tc>
                <a:tc>
                  <a:txBody>
                    <a:bodyPr/>
                    <a:lstStyle/>
                    <a:p>
                      <a:r>
                        <a:rPr lang="en-US" sz="1400" dirty="0"/>
                        <a:t>Description</a:t>
                      </a:r>
                      <a:endParaRPr lang="en-IN" sz="1400" dirty="0"/>
                    </a:p>
                  </a:txBody>
                  <a:tcPr/>
                </a:tc>
                <a:extLst>
                  <a:ext uri="{0D108BD9-81ED-4DB2-BD59-A6C34878D82A}">
                    <a16:rowId xmlns:a16="http://schemas.microsoft.com/office/drawing/2014/main" val="1423808264"/>
                  </a:ext>
                </a:extLst>
              </a:tr>
              <a:tr h="0">
                <a:tc>
                  <a:txBody>
                    <a:bodyPr/>
                    <a:lstStyle/>
                    <a:p>
                      <a:r>
                        <a:rPr lang="en-US" sz="1400" dirty="0"/>
                        <a:t>1.</a:t>
                      </a:r>
                      <a:endParaRPr lang="en-IN" sz="1400" dirty="0"/>
                    </a:p>
                  </a:txBody>
                  <a:tcPr/>
                </a:tc>
                <a:tc>
                  <a:txBody>
                    <a:bodyPr/>
                    <a:lstStyle/>
                    <a:p>
                      <a:r>
                        <a:rPr lang="en-IN" sz="1400" dirty="0"/>
                        <a:t>User Table</a:t>
                      </a:r>
                    </a:p>
                  </a:txBody>
                  <a:tcPr/>
                </a:tc>
                <a:tc>
                  <a:txBody>
                    <a:bodyPr/>
                    <a:lstStyle/>
                    <a:p>
                      <a:r>
                        <a:rPr lang="en-US" sz="1400" dirty="0"/>
                        <a:t>User table contains </a:t>
                      </a:r>
                      <a:r>
                        <a:rPr lang="en-US" sz="1400" dirty="0" err="1"/>
                        <a:t>user_id</a:t>
                      </a:r>
                      <a:r>
                        <a:rPr lang="en-US" sz="1400" dirty="0"/>
                        <a:t>, </a:t>
                      </a:r>
                      <a:r>
                        <a:rPr lang="en-US" sz="1400" dirty="0" err="1"/>
                        <a:t>user_name</a:t>
                      </a:r>
                      <a:r>
                        <a:rPr lang="en-US" sz="1400" dirty="0"/>
                        <a:t>, </a:t>
                      </a:r>
                      <a:r>
                        <a:rPr lang="en-US" sz="1400" dirty="0" err="1"/>
                        <a:t>user_pass</a:t>
                      </a:r>
                      <a:r>
                        <a:rPr lang="en-US" sz="1400" dirty="0"/>
                        <a:t>, </a:t>
                      </a:r>
                      <a:r>
                        <a:rPr lang="en-US" sz="1400" dirty="0" err="1"/>
                        <a:t>user_email</a:t>
                      </a:r>
                      <a:r>
                        <a:rPr lang="en-US" sz="1400" dirty="0"/>
                        <a:t>, </a:t>
                      </a:r>
                      <a:r>
                        <a:rPr lang="en-US" sz="1400" dirty="0" err="1"/>
                        <a:t>contact_no</a:t>
                      </a:r>
                      <a:r>
                        <a:rPr lang="en-US" sz="1400" dirty="0"/>
                        <a:t>, </a:t>
                      </a:r>
                      <a:r>
                        <a:rPr lang="en-US" sz="1400" dirty="0" err="1"/>
                        <a:t>user_add</a:t>
                      </a:r>
                      <a:r>
                        <a:rPr lang="en-US" sz="1400" dirty="0"/>
                        <a:t>, pics and details.</a:t>
                      </a:r>
                      <a:endParaRPr lang="en-IN" sz="1400" dirty="0"/>
                    </a:p>
                  </a:txBody>
                  <a:tcPr/>
                </a:tc>
                <a:extLst>
                  <a:ext uri="{0D108BD9-81ED-4DB2-BD59-A6C34878D82A}">
                    <a16:rowId xmlns:a16="http://schemas.microsoft.com/office/drawing/2014/main" val="2673539304"/>
                  </a:ext>
                </a:extLst>
              </a:tr>
              <a:tr h="370840">
                <a:tc>
                  <a:txBody>
                    <a:bodyPr/>
                    <a:lstStyle/>
                    <a:p>
                      <a:r>
                        <a:rPr lang="en-US" sz="1400" dirty="0"/>
                        <a:t>2.</a:t>
                      </a:r>
                      <a:endParaRPr lang="en-IN" sz="1400" dirty="0"/>
                    </a:p>
                  </a:txBody>
                  <a:tcPr/>
                </a:tc>
                <a:tc>
                  <a:txBody>
                    <a:bodyPr/>
                    <a:lstStyle/>
                    <a:p>
                      <a:r>
                        <a:rPr lang="en-IN" sz="1400" dirty="0"/>
                        <a:t>Admin Table</a:t>
                      </a:r>
                    </a:p>
                  </a:txBody>
                  <a:tcPr/>
                </a:tc>
                <a:tc>
                  <a:txBody>
                    <a:bodyPr/>
                    <a:lstStyle/>
                    <a:p>
                      <a:r>
                        <a:rPr lang="en-US" sz="1400" dirty="0"/>
                        <a:t>Admin table contains </a:t>
                      </a:r>
                      <a:r>
                        <a:rPr lang="en-US" sz="1400" dirty="0" err="1"/>
                        <a:t>admin_id</a:t>
                      </a:r>
                      <a:r>
                        <a:rPr lang="en-US" sz="1400" dirty="0"/>
                        <a:t>, </a:t>
                      </a:r>
                      <a:r>
                        <a:rPr lang="en-US" sz="1400" dirty="0" err="1"/>
                        <a:t>admin_name</a:t>
                      </a:r>
                      <a:r>
                        <a:rPr lang="en-US" sz="1400" dirty="0"/>
                        <a:t>, </a:t>
                      </a:r>
                      <a:r>
                        <a:rPr lang="en-US" sz="1400" dirty="0" err="1"/>
                        <a:t>admin_pass</a:t>
                      </a:r>
                      <a:r>
                        <a:rPr lang="en-US" sz="1400" dirty="0"/>
                        <a:t>, pics and details</a:t>
                      </a:r>
                      <a:endParaRPr lang="en-IN" sz="1400" dirty="0"/>
                    </a:p>
                  </a:txBody>
                  <a:tcPr/>
                </a:tc>
                <a:extLst>
                  <a:ext uri="{0D108BD9-81ED-4DB2-BD59-A6C34878D82A}">
                    <a16:rowId xmlns:a16="http://schemas.microsoft.com/office/drawing/2014/main" val="2646509007"/>
                  </a:ext>
                </a:extLst>
              </a:tr>
              <a:tr h="370840">
                <a:tc>
                  <a:txBody>
                    <a:bodyPr/>
                    <a:lstStyle/>
                    <a:p>
                      <a:r>
                        <a:rPr lang="en-US" sz="1400" dirty="0"/>
                        <a:t>3.</a:t>
                      </a:r>
                      <a:endParaRPr lang="en-IN" sz="1400" dirty="0"/>
                    </a:p>
                  </a:txBody>
                  <a:tcPr/>
                </a:tc>
                <a:tc>
                  <a:txBody>
                    <a:bodyPr/>
                    <a:lstStyle/>
                    <a:p>
                      <a:r>
                        <a:rPr lang="en-IN" sz="1400" dirty="0"/>
                        <a:t>Trainer Table</a:t>
                      </a:r>
                    </a:p>
                  </a:txBody>
                  <a:tcPr/>
                </a:tc>
                <a:tc>
                  <a:txBody>
                    <a:bodyPr/>
                    <a:lstStyle/>
                    <a:p>
                      <a:r>
                        <a:rPr lang="en-IN" sz="1400" dirty="0"/>
                        <a:t>Trainer table contains </a:t>
                      </a:r>
                      <a:r>
                        <a:rPr lang="en-IN" sz="1400" dirty="0" err="1"/>
                        <a:t>trainer_id</a:t>
                      </a:r>
                      <a:r>
                        <a:rPr lang="en-IN" sz="1400" dirty="0"/>
                        <a:t>, </a:t>
                      </a:r>
                      <a:r>
                        <a:rPr lang="en-IN" sz="1400" dirty="0" err="1"/>
                        <a:t>trainer_name</a:t>
                      </a:r>
                      <a:r>
                        <a:rPr lang="en-IN" sz="1400" dirty="0"/>
                        <a:t>, </a:t>
                      </a:r>
                      <a:r>
                        <a:rPr lang="en-IN" sz="1400" dirty="0" err="1"/>
                        <a:t>trainer_add</a:t>
                      </a:r>
                      <a:r>
                        <a:rPr lang="en-IN" sz="1400" dirty="0"/>
                        <a:t>, </a:t>
                      </a:r>
                      <a:r>
                        <a:rPr lang="en-IN" sz="1400" dirty="0" err="1"/>
                        <a:t>trainer_email</a:t>
                      </a:r>
                      <a:r>
                        <a:rPr lang="en-IN" sz="1400" dirty="0"/>
                        <a:t>, </a:t>
                      </a:r>
                      <a:r>
                        <a:rPr lang="en-IN" sz="1400" dirty="0" err="1"/>
                        <a:t>trainer_salary</a:t>
                      </a:r>
                      <a:r>
                        <a:rPr lang="en-IN" sz="1400" dirty="0"/>
                        <a:t>, pics and details.</a:t>
                      </a:r>
                    </a:p>
                  </a:txBody>
                  <a:tcPr/>
                </a:tc>
                <a:extLst>
                  <a:ext uri="{0D108BD9-81ED-4DB2-BD59-A6C34878D82A}">
                    <a16:rowId xmlns:a16="http://schemas.microsoft.com/office/drawing/2014/main" val="948721193"/>
                  </a:ext>
                </a:extLst>
              </a:tr>
              <a:tr h="370840">
                <a:tc>
                  <a:txBody>
                    <a:bodyPr/>
                    <a:lstStyle/>
                    <a:p>
                      <a:r>
                        <a:rPr lang="en-US" sz="1400" dirty="0"/>
                        <a:t>4.</a:t>
                      </a:r>
                      <a:endParaRPr lang="en-IN" sz="1400" dirty="0"/>
                    </a:p>
                  </a:txBody>
                  <a:tcPr/>
                </a:tc>
                <a:tc>
                  <a:txBody>
                    <a:bodyPr/>
                    <a:lstStyle/>
                    <a:p>
                      <a:r>
                        <a:rPr lang="en-IN" sz="1400" dirty="0"/>
                        <a:t>Equipment Table</a:t>
                      </a:r>
                    </a:p>
                  </a:txBody>
                  <a:tcPr/>
                </a:tc>
                <a:tc>
                  <a:txBody>
                    <a:bodyPr/>
                    <a:lstStyle/>
                    <a:p>
                      <a:r>
                        <a:rPr lang="en-US" sz="1400" dirty="0"/>
                        <a:t>Equipment table contains </a:t>
                      </a:r>
                      <a:r>
                        <a:rPr lang="en-US" sz="1400" dirty="0" err="1"/>
                        <a:t>equipment_id</a:t>
                      </a:r>
                      <a:r>
                        <a:rPr lang="en-US" sz="1400" dirty="0"/>
                        <a:t>, </a:t>
                      </a:r>
                      <a:r>
                        <a:rPr lang="en-US" sz="1400" dirty="0" err="1"/>
                        <a:t>equipment_name</a:t>
                      </a:r>
                      <a:r>
                        <a:rPr lang="en-US" sz="1400" dirty="0"/>
                        <a:t>, </a:t>
                      </a:r>
                      <a:r>
                        <a:rPr lang="en-US" sz="1400" dirty="0" err="1"/>
                        <a:t>equipment_quantity</a:t>
                      </a:r>
                      <a:r>
                        <a:rPr lang="en-US" sz="1400" dirty="0"/>
                        <a:t>, pics and details. </a:t>
                      </a:r>
                      <a:endParaRPr lang="en-IN" sz="1400" dirty="0"/>
                    </a:p>
                  </a:txBody>
                  <a:tcPr/>
                </a:tc>
                <a:extLst>
                  <a:ext uri="{0D108BD9-81ED-4DB2-BD59-A6C34878D82A}">
                    <a16:rowId xmlns:a16="http://schemas.microsoft.com/office/drawing/2014/main" val="1645269805"/>
                  </a:ext>
                </a:extLst>
              </a:tr>
              <a:tr h="370840">
                <a:tc>
                  <a:txBody>
                    <a:bodyPr/>
                    <a:lstStyle/>
                    <a:p>
                      <a:r>
                        <a:rPr lang="en-US" sz="1400" dirty="0"/>
                        <a:t>5.</a:t>
                      </a:r>
                      <a:endParaRPr lang="en-IN" sz="1400" dirty="0"/>
                    </a:p>
                  </a:txBody>
                  <a:tcPr/>
                </a:tc>
                <a:tc>
                  <a:txBody>
                    <a:bodyPr/>
                    <a:lstStyle/>
                    <a:p>
                      <a:r>
                        <a:rPr lang="en-IN" sz="1400" dirty="0"/>
                        <a:t>Batch Table</a:t>
                      </a:r>
                    </a:p>
                  </a:txBody>
                  <a:tcPr/>
                </a:tc>
                <a:tc>
                  <a:txBody>
                    <a:bodyPr/>
                    <a:lstStyle/>
                    <a:p>
                      <a:r>
                        <a:rPr lang="en-US" sz="1400" dirty="0"/>
                        <a:t>Batch table contains </a:t>
                      </a:r>
                      <a:r>
                        <a:rPr lang="en-US" sz="1400" dirty="0" err="1"/>
                        <a:t>batch_no</a:t>
                      </a:r>
                      <a:r>
                        <a:rPr lang="en-US" sz="1400" dirty="0"/>
                        <a:t>, </a:t>
                      </a:r>
                      <a:r>
                        <a:rPr lang="en-US" sz="1400" dirty="0" err="1"/>
                        <a:t>batch_time</a:t>
                      </a:r>
                      <a:r>
                        <a:rPr lang="en-US" sz="1400" dirty="0"/>
                        <a:t> and details</a:t>
                      </a:r>
                      <a:endParaRPr lang="en-IN" sz="1400" dirty="0"/>
                    </a:p>
                  </a:txBody>
                  <a:tcPr/>
                </a:tc>
                <a:extLst>
                  <a:ext uri="{0D108BD9-81ED-4DB2-BD59-A6C34878D82A}">
                    <a16:rowId xmlns:a16="http://schemas.microsoft.com/office/drawing/2014/main" val="520552873"/>
                  </a:ext>
                </a:extLst>
              </a:tr>
              <a:tr h="370840">
                <a:tc>
                  <a:txBody>
                    <a:bodyPr/>
                    <a:lstStyle/>
                    <a:p>
                      <a:r>
                        <a:rPr lang="en-US" sz="1400" dirty="0"/>
                        <a:t>6.</a:t>
                      </a:r>
                      <a:endParaRPr lang="en-IN" sz="1400" dirty="0"/>
                    </a:p>
                  </a:txBody>
                  <a:tcPr/>
                </a:tc>
                <a:tc>
                  <a:txBody>
                    <a:bodyPr/>
                    <a:lstStyle/>
                    <a:p>
                      <a:r>
                        <a:rPr lang="en-IN" sz="1400" dirty="0"/>
                        <a:t>Bill Table</a:t>
                      </a:r>
                    </a:p>
                  </a:txBody>
                  <a:tcPr/>
                </a:tc>
                <a:tc>
                  <a:txBody>
                    <a:bodyPr/>
                    <a:lstStyle/>
                    <a:p>
                      <a:r>
                        <a:rPr lang="en-US" sz="1400" dirty="0"/>
                        <a:t>Bill table contains </a:t>
                      </a:r>
                      <a:r>
                        <a:rPr lang="en-US" sz="1400" dirty="0" err="1"/>
                        <a:t>bill_id</a:t>
                      </a:r>
                      <a:r>
                        <a:rPr lang="en-US" sz="1400" dirty="0"/>
                        <a:t>, </a:t>
                      </a:r>
                      <a:r>
                        <a:rPr lang="en-US" sz="1400" dirty="0" err="1"/>
                        <a:t>bill_amt</a:t>
                      </a:r>
                      <a:r>
                        <a:rPr lang="en-US" sz="1400" dirty="0"/>
                        <a:t> and details.</a:t>
                      </a:r>
                      <a:endParaRPr lang="en-IN" sz="1400" dirty="0"/>
                    </a:p>
                  </a:txBody>
                  <a:tcPr/>
                </a:tc>
                <a:extLst>
                  <a:ext uri="{0D108BD9-81ED-4DB2-BD59-A6C34878D82A}">
                    <a16:rowId xmlns:a16="http://schemas.microsoft.com/office/drawing/2014/main" val="2170204687"/>
                  </a:ext>
                </a:extLst>
              </a:tr>
            </a:tbl>
          </a:graphicData>
        </a:graphic>
      </p:graphicFrame>
    </p:spTree>
    <p:extLst>
      <p:ext uri="{BB962C8B-B14F-4D97-AF65-F5344CB8AC3E}">
        <p14:creationId xmlns:p14="http://schemas.microsoft.com/office/powerpoint/2010/main" val="1167081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5A0BA73-E0BE-5F27-0825-C8FC2AE71DE4}"/>
              </a:ext>
            </a:extLst>
          </p:cNvPr>
          <p:cNvSpPr>
            <a:spLocks noGrp="1"/>
          </p:cNvSpPr>
          <p:nvPr>
            <p:ph type="title"/>
          </p:nvPr>
        </p:nvSpPr>
        <p:spPr/>
        <p:txBody>
          <a:bodyPr/>
          <a:lstStyle/>
          <a:p>
            <a:pPr algn="ctr"/>
            <a:r>
              <a:rPr lang="en-US" dirty="0"/>
              <a:t>System Diagram</a:t>
            </a:r>
            <a:endParaRPr lang="en-IN" dirty="0"/>
          </a:p>
        </p:txBody>
      </p:sp>
      <p:sp>
        <p:nvSpPr>
          <p:cNvPr id="11" name="Content Placeholder 10">
            <a:extLst>
              <a:ext uri="{FF2B5EF4-FFF2-40B4-BE49-F238E27FC236}">
                <a16:creationId xmlns:a16="http://schemas.microsoft.com/office/drawing/2014/main" id="{26B8DE66-F16F-7C4B-5DC8-6380A3D2DE5A}"/>
              </a:ext>
            </a:extLst>
          </p:cNvPr>
          <p:cNvSpPr>
            <a:spLocks noGrp="1"/>
          </p:cNvSpPr>
          <p:nvPr>
            <p:ph idx="1"/>
          </p:nvPr>
        </p:nvSpPr>
        <p:spPr>
          <a:xfrm>
            <a:off x="2488650" y="1396482"/>
            <a:ext cx="8915400" cy="3777622"/>
          </a:xfrm>
        </p:spPr>
        <p:txBody>
          <a:bodyPr>
            <a:normAutofit/>
          </a:bodyPr>
          <a:lstStyle/>
          <a:p>
            <a:pPr marL="0" indent="0">
              <a:buNone/>
            </a:pPr>
            <a:r>
              <a:rPr lang="en-US" sz="2000" b="1" dirty="0"/>
              <a:t>ER Diagram</a:t>
            </a:r>
            <a:endParaRPr lang="en-IN" sz="2000" b="1" dirty="0"/>
          </a:p>
        </p:txBody>
      </p:sp>
      <p:pic>
        <p:nvPicPr>
          <p:cNvPr id="15" name="Picture 14">
            <a:extLst>
              <a:ext uri="{FF2B5EF4-FFF2-40B4-BE49-F238E27FC236}">
                <a16:creationId xmlns:a16="http://schemas.microsoft.com/office/drawing/2014/main" id="{996CF9DB-40D2-1524-4543-C2B8E2092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925" y="1905000"/>
            <a:ext cx="6187181" cy="4496928"/>
          </a:xfrm>
          <a:prstGeom prst="rect">
            <a:avLst/>
          </a:prstGeom>
        </p:spPr>
      </p:pic>
    </p:spTree>
    <p:extLst>
      <p:ext uri="{BB962C8B-B14F-4D97-AF65-F5344CB8AC3E}">
        <p14:creationId xmlns:p14="http://schemas.microsoft.com/office/powerpoint/2010/main" val="2115169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2F7AA-9E00-5862-7AEC-52469540133B}"/>
              </a:ext>
            </a:extLst>
          </p:cNvPr>
          <p:cNvSpPr>
            <a:spLocks noGrp="1"/>
          </p:cNvSpPr>
          <p:nvPr>
            <p:ph type="title"/>
          </p:nvPr>
        </p:nvSpPr>
        <p:spPr/>
        <p:txBody>
          <a:bodyPr/>
          <a:lstStyle/>
          <a:p>
            <a:pPr algn="ctr"/>
            <a:r>
              <a:rPr lang="en-US" dirty="0"/>
              <a:t>System Diagram</a:t>
            </a:r>
            <a:endParaRPr lang="en-IN" dirty="0"/>
          </a:p>
        </p:txBody>
      </p:sp>
      <p:sp>
        <p:nvSpPr>
          <p:cNvPr id="3" name="Content Placeholder 2">
            <a:extLst>
              <a:ext uri="{FF2B5EF4-FFF2-40B4-BE49-F238E27FC236}">
                <a16:creationId xmlns:a16="http://schemas.microsoft.com/office/drawing/2014/main" id="{674D36C5-5565-698F-876E-BBF0E64EEA1B}"/>
              </a:ext>
            </a:extLst>
          </p:cNvPr>
          <p:cNvSpPr>
            <a:spLocks noGrp="1"/>
          </p:cNvSpPr>
          <p:nvPr>
            <p:ph idx="1"/>
          </p:nvPr>
        </p:nvSpPr>
        <p:spPr/>
        <p:txBody>
          <a:bodyPr/>
          <a:lstStyle/>
          <a:p>
            <a:pPr marL="0" indent="0">
              <a:buNone/>
            </a:pPr>
            <a:r>
              <a:rPr lang="en-US" b="1" dirty="0"/>
              <a:t>Class Diagram</a:t>
            </a:r>
            <a:endParaRPr lang="en-IN" b="1" dirty="0"/>
          </a:p>
        </p:txBody>
      </p:sp>
      <p:pic>
        <p:nvPicPr>
          <p:cNvPr id="5" name="Picture 4">
            <a:extLst>
              <a:ext uri="{FF2B5EF4-FFF2-40B4-BE49-F238E27FC236}">
                <a16:creationId xmlns:a16="http://schemas.microsoft.com/office/drawing/2014/main" id="{6733D927-BEAA-B46D-1581-C47866BE0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3950" y="1905000"/>
            <a:ext cx="4025924" cy="4724400"/>
          </a:xfrm>
          <a:prstGeom prst="rect">
            <a:avLst/>
          </a:prstGeom>
        </p:spPr>
      </p:pic>
    </p:spTree>
    <p:extLst>
      <p:ext uri="{BB962C8B-B14F-4D97-AF65-F5344CB8AC3E}">
        <p14:creationId xmlns:p14="http://schemas.microsoft.com/office/powerpoint/2010/main" val="528554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73E37-3D24-C471-9CD3-0591EC748DF1}"/>
              </a:ext>
            </a:extLst>
          </p:cNvPr>
          <p:cNvSpPr>
            <a:spLocks noGrp="1"/>
          </p:cNvSpPr>
          <p:nvPr>
            <p:ph type="title"/>
          </p:nvPr>
        </p:nvSpPr>
        <p:spPr/>
        <p:txBody>
          <a:bodyPr/>
          <a:lstStyle/>
          <a:p>
            <a:pPr algn="ctr"/>
            <a:r>
              <a:rPr lang="en-US" dirty="0"/>
              <a:t>System Diagram</a:t>
            </a:r>
            <a:endParaRPr lang="en-IN" dirty="0"/>
          </a:p>
        </p:txBody>
      </p:sp>
      <p:sp>
        <p:nvSpPr>
          <p:cNvPr id="3" name="Content Placeholder 2">
            <a:extLst>
              <a:ext uri="{FF2B5EF4-FFF2-40B4-BE49-F238E27FC236}">
                <a16:creationId xmlns:a16="http://schemas.microsoft.com/office/drawing/2014/main" id="{84D10A87-A578-1B8E-7A99-D45E272798C8}"/>
              </a:ext>
            </a:extLst>
          </p:cNvPr>
          <p:cNvSpPr>
            <a:spLocks noGrp="1"/>
          </p:cNvSpPr>
          <p:nvPr>
            <p:ph idx="1"/>
          </p:nvPr>
        </p:nvSpPr>
        <p:spPr/>
        <p:txBody>
          <a:bodyPr/>
          <a:lstStyle/>
          <a:p>
            <a:pPr marL="0" indent="0">
              <a:buNone/>
            </a:pPr>
            <a:r>
              <a:rPr lang="en-US" b="1" dirty="0"/>
              <a:t>Activity Diagram</a:t>
            </a:r>
            <a:endParaRPr lang="en-IN" b="1" dirty="0"/>
          </a:p>
        </p:txBody>
      </p:sp>
      <p:pic>
        <p:nvPicPr>
          <p:cNvPr id="5" name="Picture 4">
            <a:extLst>
              <a:ext uri="{FF2B5EF4-FFF2-40B4-BE49-F238E27FC236}">
                <a16:creationId xmlns:a16="http://schemas.microsoft.com/office/drawing/2014/main" id="{55163424-B164-DC87-E431-6174799484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9829" y="1905000"/>
            <a:ext cx="4114152" cy="4562669"/>
          </a:xfrm>
          <a:prstGeom prst="rect">
            <a:avLst/>
          </a:prstGeom>
        </p:spPr>
      </p:pic>
    </p:spTree>
    <p:extLst>
      <p:ext uri="{BB962C8B-B14F-4D97-AF65-F5344CB8AC3E}">
        <p14:creationId xmlns:p14="http://schemas.microsoft.com/office/powerpoint/2010/main" val="166918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00AE-F3AE-8AE9-6DFC-A25EB982FC53}"/>
              </a:ext>
            </a:extLst>
          </p:cNvPr>
          <p:cNvSpPr>
            <a:spLocks noGrp="1"/>
          </p:cNvSpPr>
          <p:nvPr>
            <p:ph type="title"/>
          </p:nvPr>
        </p:nvSpPr>
        <p:spPr/>
        <p:txBody>
          <a:bodyPr/>
          <a:lstStyle/>
          <a:p>
            <a:pPr algn="ctr"/>
            <a:r>
              <a:rPr lang="en-US" dirty="0"/>
              <a:t>System Diagram</a:t>
            </a:r>
            <a:endParaRPr lang="en-IN" dirty="0"/>
          </a:p>
        </p:txBody>
      </p:sp>
      <p:sp>
        <p:nvSpPr>
          <p:cNvPr id="3" name="Content Placeholder 2">
            <a:extLst>
              <a:ext uri="{FF2B5EF4-FFF2-40B4-BE49-F238E27FC236}">
                <a16:creationId xmlns:a16="http://schemas.microsoft.com/office/drawing/2014/main" id="{416605D8-851C-0A98-3430-AD8C221BE403}"/>
              </a:ext>
            </a:extLst>
          </p:cNvPr>
          <p:cNvSpPr>
            <a:spLocks noGrp="1"/>
          </p:cNvSpPr>
          <p:nvPr>
            <p:ph idx="1"/>
          </p:nvPr>
        </p:nvSpPr>
        <p:spPr/>
        <p:txBody>
          <a:bodyPr/>
          <a:lstStyle/>
          <a:p>
            <a:pPr marL="0" indent="0">
              <a:buNone/>
            </a:pPr>
            <a:r>
              <a:rPr lang="en-US" b="1" dirty="0"/>
              <a:t>Sequence Diagram</a:t>
            </a:r>
            <a:endParaRPr lang="en-IN" b="1" dirty="0"/>
          </a:p>
        </p:txBody>
      </p:sp>
      <p:pic>
        <p:nvPicPr>
          <p:cNvPr id="5" name="Picture 4">
            <a:extLst>
              <a:ext uri="{FF2B5EF4-FFF2-40B4-BE49-F238E27FC236}">
                <a16:creationId xmlns:a16="http://schemas.microsoft.com/office/drawing/2014/main" id="{1CD3F266-DE85-2A95-36F7-A8D8E495C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6335" y="1905000"/>
            <a:ext cx="3749510" cy="4645702"/>
          </a:xfrm>
          <a:prstGeom prst="rect">
            <a:avLst/>
          </a:prstGeom>
        </p:spPr>
      </p:pic>
    </p:spTree>
    <p:extLst>
      <p:ext uri="{BB962C8B-B14F-4D97-AF65-F5344CB8AC3E}">
        <p14:creationId xmlns:p14="http://schemas.microsoft.com/office/powerpoint/2010/main" val="1680622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45624-F6B6-94A1-E4B6-128E4FC23F2F}"/>
              </a:ext>
            </a:extLst>
          </p:cNvPr>
          <p:cNvSpPr>
            <a:spLocks noGrp="1"/>
          </p:cNvSpPr>
          <p:nvPr>
            <p:ph type="title"/>
          </p:nvPr>
        </p:nvSpPr>
        <p:spPr/>
        <p:txBody>
          <a:bodyPr/>
          <a:lstStyle/>
          <a:p>
            <a:pPr algn="ctr"/>
            <a:r>
              <a:rPr lang="en-US" dirty="0"/>
              <a:t>Screen</a:t>
            </a:r>
            <a:endParaRPr lang="en-IN" dirty="0"/>
          </a:p>
        </p:txBody>
      </p:sp>
      <p:pic>
        <p:nvPicPr>
          <p:cNvPr id="5" name="Content Placeholder 4">
            <a:extLst>
              <a:ext uri="{FF2B5EF4-FFF2-40B4-BE49-F238E27FC236}">
                <a16:creationId xmlns:a16="http://schemas.microsoft.com/office/drawing/2014/main" id="{636FCBA9-BD47-BD69-C3EA-6ED972C88A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2086947"/>
            <a:ext cx="6716888" cy="3778250"/>
          </a:xfrm>
        </p:spPr>
      </p:pic>
    </p:spTree>
    <p:extLst>
      <p:ext uri="{BB962C8B-B14F-4D97-AF65-F5344CB8AC3E}">
        <p14:creationId xmlns:p14="http://schemas.microsoft.com/office/powerpoint/2010/main" val="849563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61FC-EE66-F6FF-C856-0A1864D0112A}"/>
              </a:ext>
            </a:extLst>
          </p:cNvPr>
          <p:cNvSpPr>
            <a:spLocks noGrp="1"/>
          </p:cNvSpPr>
          <p:nvPr>
            <p:ph type="title"/>
          </p:nvPr>
        </p:nvSpPr>
        <p:spPr/>
        <p:txBody>
          <a:bodyPr/>
          <a:lstStyle/>
          <a:p>
            <a:pPr algn="ctr"/>
            <a:r>
              <a:rPr lang="en-US" dirty="0"/>
              <a:t>Screen</a:t>
            </a:r>
            <a:endParaRPr lang="en-IN" dirty="0"/>
          </a:p>
        </p:txBody>
      </p:sp>
      <p:pic>
        <p:nvPicPr>
          <p:cNvPr id="5" name="Content Placeholder 4">
            <a:extLst>
              <a:ext uri="{FF2B5EF4-FFF2-40B4-BE49-F238E27FC236}">
                <a16:creationId xmlns:a16="http://schemas.microsoft.com/office/drawing/2014/main" id="{7A254D3C-CE2D-F97F-BA7D-53F0C24F8C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8469" y="2133600"/>
            <a:ext cx="6716888" cy="3778250"/>
          </a:xfrm>
        </p:spPr>
      </p:pic>
    </p:spTree>
    <p:extLst>
      <p:ext uri="{BB962C8B-B14F-4D97-AF65-F5344CB8AC3E}">
        <p14:creationId xmlns:p14="http://schemas.microsoft.com/office/powerpoint/2010/main" val="336301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F961-5E9E-F2AF-87DB-B0DD973FB8AE}"/>
              </a:ext>
            </a:extLst>
          </p:cNvPr>
          <p:cNvSpPr>
            <a:spLocks noGrp="1"/>
          </p:cNvSpPr>
          <p:nvPr>
            <p:ph type="title"/>
          </p:nvPr>
        </p:nvSpPr>
        <p:spPr/>
        <p:txBody>
          <a:bodyPr/>
          <a:lstStyle/>
          <a:p>
            <a:pPr algn="ctr"/>
            <a:r>
              <a:rPr lang="en-US" dirty="0"/>
              <a:t>Screen</a:t>
            </a:r>
            <a:endParaRPr lang="en-IN" dirty="0"/>
          </a:p>
        </p:txBody>
      </p:sp>
      <p:pic>
        <p:nvPicPr>
          <p:cNvPr id="5" name="Content Placeholder 4">
            <a:extLst>
              <a:ext uri="{FF2B5EF4-FFF2-40B4-BE49-F238E27FC236}">
                <a16:creationId xmlns:a16="http://schemas.microsoft.com/office/drawing/2014/main" id="{04712D07-4A1A-625E-C837-B0A6258BA0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8469" y="2133600"/>
            <a:ext cx="6716888" cy="3778250"/>
          </a:xfrm>
        </p:spPr>
      </p:pic>
    </p:spTree>
    <p:extLst>
      <p:ext uri="{BB962C8B-B14F-4D97-AF65-F5344CB8AC3E}">
        <p14:creationId xmlns:p14="http://schemas.microsoft.com/office/powerpoint/2010/main" val="3693714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C0DD-18B3-D72A-C839-F42BC22B2758}"/>
              </a:ext>
            </a:extLst>
          </p:cNvPr>
          <p:cNvSpPr>
            <a:spLocks noGrp="1"/>
          </p:cNvSpPr>
          <p:nvPr>
            <p:ph type="title"/>
          </p:nvPr>
        </p:nvSpPr>
        <p:spPr/>
        <p:txBody>
          <a:bodyPr/>
          <a:lstStyle/>
          <a:p>
            <a:pPr algn="ctr"/>
            <a:r>
              <a:rPr lang="en-US" dirty="0"/>
              <a:t>Screen</a:t>
            </a:r>
            <a:endParaRPr lang="en-IN" dirty="0"/>
          </a:p>
        </p:txBody>
      </p:sp>
      <p:pic>
        <p:nvPicPr>
          <p:cNvPr id="5" name="Content Placeholder 4">
            <a:extLst>
              <a:ext uri="{FF2B5EF4-FFF2-40B4-BE49-F238E27FC236}">
                <a16:creationId xmlns:a16="http://schemas.microsoft.com/office/drawing/2014/main" id="{42885142-C048-8978-DCC0-2579B9C7E2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8469" y="2133600"/>
            <a:ext cx="6716888" cy="3778250"/>
          </a:xfrm>
        </p:spPr>
      </p:pic>
    </p:spTree>
    <p:extLst>
      <p:ext uri="{BB962C8B-B14F-4D97-AF65-F5344CB8AC3E}">
        <p14:creationId xmlns:p14="http://schemas.microsoft.com/office/powerpoint/2010/main" val="3899447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8A224-2C18-A82B-5978-716645CDC351}"/>
              </a:ext>
            </a:extLst>
          </p:cNvPr>
          <p:cNvSpPr>
            <a:spLocks noGrp="1"/>
          </p:cNvSpPr>
          <p:nvPr>
            <p:ph type="title"/>
          </p:nvPr>
        </p:nvSpPr>
        <p:spPr/>
        <p:txBody>
          <a:bodyPr/>
          <a:lstStyle/>
          <a:p>
            <a:pPr algn="ctr"/>
            <a:r>
              <a:rPr lang="en-US" dirty="0"/>
              <a:t>Screen</a:t>
            </a:r>
            <a:endParaRPr lang="en-IN" dirty="0"/>
          </a:p>
        </p:txBody>
      </p:sp>
      <p:pic>
        <p:nvPicPr>
          <p:cNvPr id="5" name="Content Placeholder 4">
            <a:extLst>
              <a:ext uri="{FF2B5EF4-FFF2-40B4-BE49-F238E27FC236}">
                <a16:creationId xmlns:a16="http://schemas.microsoft.com/office/drawing/2014/main" id="{2F827D7D-66AB-ACA0-8880-516942B1BA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8469" y="2133600"/>
            <a:ext cx="6716888" cy="3778250"/>
          </a:xfrm>
        </p:spPr>
      </p:pic>
    </p:spTree>
    <p:extLst>
      <p:ext uri="{BB962C8B-B14F-4D97-AF65-F5344CB8AC3E}">
        <p14:creationId xmlns:p14="http://schemas.microsoft.com/office/powerpoint/2010/main" val="3252574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0540-10E5-845F-C91C-8053BF309D87}"/>
              </a:ext>
            </a:extLst>
          </p:cNvPr>
          <p:cNvSpPr>
            <a:spLocks noGrp="1"/>
          </p:cNvSpPr>
          <p:nvPr>
            <p:ph type="title"/>
          </p:nvPr>
        </p:nvSpPr>
        <p:spPr/>
        <p:txBody>
          <a:bodyPr/>
          <a:lstStyle/>
          <a:p>
            <a:pPr algn="ctr"/>
            <a:r>
              <a:rPr lang="en-US" dirty="0"/>
              <a:t>Testing</a:t>
            </a:r>
            <a:endParaRPr lang="en-IN" dirty="0"/>
          </a:p>
        </p:txBody>
      </p:sp>
      <p:sp>
        <p:nvSpPr>
          <p:cNvPr id="3" name="Content Placeholder 2">
            <a:extLst>
              <a:ext uri="{FF2B5EF4-FFF2-40B4-BE49-F238E27FC236}">
                <a16:creationId xmlns:a16="http://schemas.microsoft.com/office/drawing/2014/main" id="{602387D4-917F-73E2-4AA4-D081A2B962AF}"/>
              </a:ext>
            </a:extLst>
          </p:cNvPr>
          <p:cNvSpPr>
            <a:spLocks noGrp="1"/>
          </p:cNvSpPr>
          <p:nvPr>
            <p:ph idx="1"/>
          </p:nvPr>
        </p:nvSpPr>
        <p:spPr/>
        <p:txBody>
          <a:bodyPr/>
          <a:lstStyle/>
          <a:p>
            <a:pPr marL="0" indent="0">
              <a:buNone/>
            </a:pPr>
            <a:r>
              <a:rPr lang="en-US" b="1" dirty="0"/>
              <a:t>White-box Testing</a:t>
            </a:r>
          </a:p>
          <a:p>
            <a:pPr marL="0" indent="0">
              <a:buNone/>
            </a:pPr>
            <a:r>
              <a:rPr lang="en-US" dirty="0"/>
              <a:t> In this testing user can see the detail information about the </a:t>
            </a:r>
            <a:r>
              <a:rPr lang="en-US" dirty="0" err="1"/>
              <a:t>equipments</a:t>
            </a:r>
            <a:r>
              <a:rPr lang="en-US" dirty="0"/>
              <a:t> which are available in the gym. User can also see the diet plan they need diet plan can be display by the users </a:t>
            </a:r>
            <a:r>
              <a:rPr lang="en-US" dirty="0" err="1"/>
              <a:t>need.user</a:t>
            </a:r>
            <a:r>
              <a:rPr lang="en-US" dirty="0"/>
              <a:t> can done payment.</a:t>
            </a:r>
          </a:p>
          <a:p>
            <a:pPr marL="0" indent="0">
              <a:buNone/>
            </a:pPr>
            <a:r>
              <a:rPr lang="en-US" dirty="0"/>
              <a:t> Trainer can see all the batches which they assigned to either it is male batch or female batch. And can also view their information .Trainer can see the detail information about the </a:t>
            </a:r>
            <a:r>
              <a:rPr lang="en-US" dirty="0" err="1"/>
              <a:t>equipments</a:t>
            </a:r>
            <a:r>
              <a:rPr lang="en-US" dirty="0"/>
              <a:t> which are available in the gym.</a:t>
            </a:r>
            <a:endParaRPr lang="en-IN" dirty="0"/>
          </a:p>
        </p:txBody>
      </p:sp>
    </p:spTree>
    <p:extLst>
      <p:ext uri="{BB962C8B-B14F-4D97-AF65-F5344CB8AC3E}">
        <p14:creationId xmlns:p14="http://schemas.microsoft.com/office/powerpoint/2010/main" val="14861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343F-082F-5D0E-147D-E58583F0137F}"/>
              </a:ext>
            </a:extLst>
          </p:cNvPr>
          <p:cNvSpPr>
            <a:spLocks noGrp="1"/>
          </p:cNvSpPr>
          <p:nvPr>
            <p:ph type="title"/>
          </p:nvPr>
        </p:nvSpPr>
        <p:spPr/>
        <p:txBody>
          <a:bodyPr/>
          <a:lstStyle/>
          <a:p>
            <a:pPr algn="ctr"/>
            <a:r>
              <a:rPr lang="en-US" dirty="0"/>
              <a:t>Future Plan</a:t>
            </a:r>
            <a:endParaRPr lang="en-IN" dirty="0"/>
          </a:p>
        </p:txBody>
      </p:sp>
      <p:sp>
        <p:nvSpPr>
          <p:cNvPr id="3" name="Content Placeholder 2">
            <a:extLst>
              <a:ext uri="{FF2B5EF4-FFF2-40B4-BE49-F238E27FC236}">
                <a16:creationId xmlns:a16="http://schemas.microsoft.com/office/drawing/2014/main" id="{95C534EF-6B4E-DC4C-28B2-222E8D0CCF2B}"/>
              </a:ext>
            </a:extLst>
          </p:cNvPr>
          <p:cNvSpPr>
            <a:spLocks noGrp="1"/>
          </p:cNvSpPr>
          <p:nvPr>
            <p:ph idx="1"/>
          </p:nvPr>
        </p:nvSpPr>
        <p:spPr/>
        <p:txBody>
          <a:bodyPr/>
          <a:lstStyle/>
          <a:p>
            <a:r>
              <a:rPr lang="en-US" dirty="0"/>
              <a:t>We will host the platform on online servers to make it accessible worldwide.</a:t>
            </a:r>
          </a:p>
          <a:p>
            <a:r>
              <a:rPr lang="en-US" dirty="0"/>
              <a:t>we will add online payment options.</a:t>
            </a:r>
          </a:p>
          <a:p>
            <a:r>
              <a:rPr lang="en-US" dirty="0"/>
              <a:t>We can improve the servers and we can add more services.</a:t>
            </a:r>
          </a:p>
          <a:p>
            <a:r>
              <a:rPr lang="en-US" dirty="0"/>
              <a:t>The project can be further extended by allowing the large database.</a:t>
            </a:r>
            <a:endParaRPr lang="en-IN" dirty="0"/>
          </a:p>
        </p:txBody>
      </p:sp>
    </p:spTree>
    <p:extLst>
      <p:ext uri="{BB962C8B-B14F-4D97-AF65-F5344CB8AC3E}">
        <p14:creationId xmlns:p14="http://schemas.microsoft.com/office/powerpoint/2010/main" val="401390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A43D8-A0C6-7787-B658-2051BFF02B68}"/>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64FA5127-3B75-BFBA-7C63-CDE67342E9C7}"/>
              </a:ext>
            </a:extLst>
          </p:cNvPr>
          <p:cNvSpPr>
            <a:spLocks noGrp="1"/>
          </p:cNvSpPr>
          <p:nvPr>
            <p:ph idx="1"/>
          </p:nvPr>
        </p:nvSpPr>
        <p:spPr/>
        <p:txBody>
          <a:bodyPr/>
          <a:lstStyle/>
          <a:p>
            <a:pPr marL="0" indent="0">
              <a:buNone/>
            </a:pPr>
            <a:r>
              <a:rPr lang="en-US" dirty="0"/>
              <a:t>Our project is only a humble venture to satisfy the needs to manage their work. Several user friendly coding have also adopted. This package shall prove to be powerful package in satisfying all the requirements of the Gym Management System. </a:t>
            </a:r>
          </a:p>
          <a:p>
            <a:pPr marL="0" indent="0">
              <a:buNone/>
            </a:pPr>
            <a:r>
              <a:rPr lang="en-US" dirty="0"/>
              <a:t>The objective of software planning is to provide a frame work that enables our team to make reasonable estimates made within a limited time frame at the beginning of the software project and should be updated regularly as the project progress</a:t>
            </a:r>
            <a:endParaRPr lang="en-IN" dirty="0"/>
          </a:p>
        </p:txBody>
      </p:sp>
    </p:spTree>
    <p:extLst>
      <p:ext uri="{BB962C8B-B14F-4D97-AF65-F5344CB8AC3E}">
        <p14:creationId xmlns:p14="http://schemas.microsoft.com/office/powerpoint/2010/main" val="860751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091128C-F590-E3E9-3333-B8EB5BEE2D6A}"/>
              </a:ext>
            </a:extLst>
          </p:cNvPr>
          <p:cNvSpPr>
            <a:spLocks noGrp="1"/>
          </p:cNvSpPr>
          <p:nvPr>
            <p:ph type="title"/>
          </p:nvPr>
        </p:nvSpPr>
        <p:spPr>
          <a:xfrm>
            <a:off x="2340997" y="2788555"/>
            <a:ext cx="8911687" cy="1280890"/>
          </a:xfrm>
        </p:spPr>
        <p:txBody>
          <a:bodyPr/>
          <a:lstStyle/>
          <a:p>
            <a:pPr algn="ctr"/>
            <a:r>
              <a:rPr lang="en-US" dirty="0"/>
              <a:t>Thank You !</a:t>
            </a:r>
            <a:endParaRPr lang="en-IN" dirty="0"/>
          </a:p>
        </p:txBody>
      </p:sp>
    </p:spTree>
    <p:extLst>
      <p:ext uri="{BB962C8B-B14F-4D97-AF65-F5344CB8AC3E}">
        <p14:creationId xmlns:p14="http://schemas.microsoft.com/office/powerpoint/2010/main" val="39199746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97</TotalTime>
  <Words>816</Words>
  <Application>Microsoft Office PowerPoint</Application>
  <PresentationFormat>Widescreen</PresentationFormat>
  <Paragraphs>89</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Wingdings 3</vt:lpstr>
      <vt:lpstr>Wisp</vt:lpstr>
      <vt:lpstr>Project Presentation on Gym Management System</vt:lpstr>
      <vt:lpstr>Outline</vt:lpstr>
      <vt:lpstr>Introduction</vt:lpstr>
      <vt:lpstr>Existing System</vt:lpstr>
      <vt:lpstr>Requirement</vt:lpstr>
      <vt:lpstr>Data Dictionary</vt:lpstr>
      <vt:lpstr>System Diagram</vt:lpstr>
      <vt:lpstr>System Diagram</vt:lpstr>
      <vt:lpstr>System Diagram</vt:lpstr>
      <vt:lpstr>System Diagram</vt:lpstr>
      <vt:lpstr>Screen</vt:lpstr>
      <vt:lpstr>Screen</vt:lpstr>
      <vt:lpstr>Screen</vt:lpstr>
      <vt:lpstr>Screen</vt:lpstr>
      <vt:lpstr>Screen</vt:lpstr>
      <vt:lpstr>Testing</vt:lpstr>
      <vt:lpstr>Future Plan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on Gym Management System</dc:title>
  <dc:creator>ahirepratik9998@gmail.com</dc:creator>
  <cp:lastModifiedBy>ahirepratik9998@gmail.com</cp:lastModifiedBy>
  <cp:revision>2</cp:revision>
  <dcterms:created xsi:type="dcterms:W3CDTF">2023-05-25T04:59:42Z</dcterms:created>
  <dcterms:modified xsi:type="dcterms:W3CDTF">2023-05-25T06:37:39Z</dcterms:modified>
</cp:coreProperties>
</file>